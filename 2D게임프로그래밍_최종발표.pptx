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55D66-DA14-9558-8B90-FE6B50256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2A5D6C-7B5C-AB2D-93F0-9CFE33A5E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CD67E-A920-486D-5837-CD7730C3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815810-210F-1F8B-179F-24FA95F0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331DE-D6A9-F31C-AE2C-003ABA24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429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C027C-FFBD-C367-C8B1-BB5CA594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0AF50E-9AFD-9B1D-6D49-D82F6309C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D507FF-421A-4485-DC15-2FB27B1C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34F365-8794-5307-F2B4-8E053228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1BF3E-1A27-0E42-C7C9-14A0A113A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90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186BC-2301-CDDB-B786-07931303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248332-8B20-F73D-715B-18BD2B5E7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9952B-BCAC-165D-1308-C968AA12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83177B-3205-6B09-39BB-5ED6A63F0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9E9BC8-5B21-8B75-2DF1-6127ABFC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8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99CF1-9F5E-F877-A8AD-73D2CC3A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198312-1FB4-104C-DD20-3413715B8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25558B-E9A5-52D0-40ED-5922E5C68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F88CC7-ED97-43B8-32A1-42BA141A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2D4FF9-72A2-14E6-9815-6D7948D7B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23D14F-6084-B441-172C-525886F3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58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A5DA4-4FE2-09CE-0CCD-7DF85231F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7E316A-6897-9B98-78A0-0813155BA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952CF4-A9A1-D6F9-0325-BA6DE8F2C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C7AFF8-D946-D0A1-916F-56C3C1D23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3B201D-EB42-1EB7-7DCD-0F2B60B42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A177C7-6164-CDA5-100C-AF185492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0C2575-3B29-E074-D104-77057747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3CB8C6-C08A-A5BE-EFE0-678F033C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49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9F120-FC72-4DAF-032F-985E4AAD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5789D2-02B2-0F7C-8E9F-C7E154D5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05A957-00D7-F26A-2162-E4FA3EA2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6B1E44-4A73-036D-E0F5-35017FF1B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56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084EA9-D0BB-B310-F420-DA484BCD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0B284D-90BD-9A10-26F9-5DCA5F1FD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CC223-C7C3-581E-4A24-270F6EF9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3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11124-9D5E-A0A3-D4D1-F729C7D3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307E5-5A57-C6BD-ACD2-4682F0705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FFAA33-5C9F-AEB0-F8C5-B4BD570D6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7AD3DF-9DD6-E206-68A2-F815C9F2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835681-7A6E-92D3-F0EE-27AA136A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3102F9-CE06-8FC3-1BBC-DF802DF9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51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C9927-8458-9891-D6A3-0536041F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35B11E-687B-1DDC-6B38-B057101AB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844040-0905-8B62-7EF0-C0E669A1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FEA978-1CB2-255E-D22D-9738BFA1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9BD975-14A5-10BB-A2D8-DDCF2AB3D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893F3-4246-EBE9-BC40-A3E44050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89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C714B-D4F9-70DE-AFCB-9011DD4F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1BF502-FE85-4B60-6D40-26923F1FF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0DE5D7-7360-5375-B91F-A1C417EA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F0487-D49A-A700-3F95-AC18A58C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F7306-CC1E-1ADD-32B6-0B6A7B8B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75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BC7E12-9EE8-8CA3-01B9-0B7A9DC54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9A7B66-BD92-EDD1-947C-C951BABF1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15B45-4F70-847B-51E9-CD3D7B46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921BF-D2B8-1F92-7C75-6B0B3F38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470F7-392B-8701-047E-4F5407F4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6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048516-5F87-CF1D-EB3D-F0C844A8F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F82096-F3B5-D192-BF6E-5D4AEFBE8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2297E-D9A8-4DAB-B8E0-EA3804F53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65ACD-E8C3-4B9E-853C-9203B33CFDA5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9C7E4B-01B7-D284-5AAA-164F791AC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183F63-C7DD-E4F7-ED2F-539A9276D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25FB7-67B9-4C37-B267-D13FBF326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38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E5C4D-D31C-BE71-CA0E-A5275FB8FE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2D</a:t>
            </a:r>
            <a:r>
              <a:rPr lang="ko-KR" altLang="en-US" sz="5400" dirty="0"/>
              <a:t>게임프로그래밍 최종발표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90D087-DF8C-495F-6904-6EB86A598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2024182034 </a:t>
            </a:r>
            <a:r>
              <a:rPr lang="ko-KR" altLang="en-US" dirty="0"/>
              <a:t>게임공학과 하헌일</a:t>
            </a:r>
          </a:p>
        </p:txBody>
      </p:sp>
    </p:spTree>
    <p:extLst>
      <p:ext uri="{BB962C8B-B14F-4D97-AF65-F5344CB8AC3E}">
        <p14:creationId xmlns:p14="http://schemas.microsoft.com/office/powerpoint/2010/main" val="1766561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CCFB0DB-6FBB-0BA0-B574-3FCC5DEB0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77292"/>
              </p:ext>
            </p:extLst>
          </p:nvPr>
        </p:nvGraphicFramePr>
        <p:xfrm>
          <a:off x="889000" y="1280160"/>
          <a:ext cx="10731500" cy="5468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875">
                  <a:extLst>
                    <a:ext uri="{9D8B030D-6E8A-4147-A177-3AD203B41FA5}">
                      <a16:colId xmlns:a16="http://schemas.microsoft.com/office/drawing/2014/main" val="3279413607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3912683767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554111326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1374204980"/>
                    </a:ext>
                  </a:extLst>
                </a:gridCol>
              </a:tblGrid>
              <a:tr h="5385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12250"/>
                  </a:ext>
                </a:extLst>
              </a:tr>
              <a:tr h="5385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스테이지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개 스테이지와 </a:t>
                      </a:r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개의 보스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스테이지와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개의 보스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365514"/>
                  </a:ext>
                </a:extLst>
              </a:tr>
              <a:tr h="5764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 컨트롤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상하좌우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대각선 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상하좌우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대각선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055864"/>
                  </a:ext>
                </a:extLst>
              </a:tr>
              <a:tr h="5385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맵에</a:t>
                      </a:r>
                      <a:r>
                        <a:rPr lang="ko-KR" altLang="en-US" dirty="0"/>
                        <a:t> 따라 다른 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01486"/>
                  </a:ext>
                </a:extLst>
              </a:tr>
              <a:tr h="5385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전투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몬스터 </a:t>
                      </a:r>
                      <a:r>
                        <a:rPr lang="en-US" altLang="ko-KR" dirty="0"/>
                        <a:t>AI, 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사망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스킬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전체 구현했지만 스킬을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개만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98645"/>
                  </a:ext>
                </a:extLst>
              </a:tr>
              <a:tr h="5385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인벤토리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장비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소비아이템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상점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소비아이템만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833306"/>
                  </a:ext>
                </a:extLst>
              </a:tr>
              <a:tr h="7974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카메라 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타일맵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카메라 스크롤링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카메라 스크롤링 구현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타일맵</a:t>
                      </a:r>
                      <a:r>
                        <a:rPr lang="ko-KR" altLang="en-US" dirty="0"/>
                        <a:t> 사용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396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4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35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2791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15D14F-A5C4-EF68-66B9-5D304D3AC157}"/>
              </a:ext>
            </a:extLst>
          </p:cNvPr>
          <p:cNvSpPr txBox="1"/>
          <p:nvPr/>
        </p:nvSpPr>
        <p:spPr>
          <a:xfrm>
            <a:off x="611619" y="266448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개발 진척도</a:t>
            </a:r>
          </a:p>
        </p:txBody>
      </p:sp>
    </p:spTree>
    <p:extLst>
      <p:ext uri="{BB962C8B-B14F-4D97-AF65-F5344CB8AC3E}">
        <p14:creationId xmlns:p14="http://schemas.microsoft.com/office/powerpoint/2010/main" val="71841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A05489F-AA7F-39D2-A5D7-68DB85F6B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46110"/>
              </p:ext>
            </p:extLst>
          </p:nvPr>
        </p:nvGraphicFramePr>
        <p:xfrm>
          <a:off x="79375" y="2529416"/>
          <a:ext cx="526415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075">
                  <a:extLst>
                    <a:ext uri="{9D8B030D-6E8A-4147-A177-3AD203B41FA5}">
                      <a16:colId xmlns:a16="http://schemas.microsoft.com/office/drawing/2014/main" val="3032627340"/>
                    </a:ext>
                  </a:extLst>
                </a:gridCol>
                <a:gridCol w="2632075">
                  <a:extLst>
                    <a:ext uri="{9D8B030D-6E8A-4147-A177-3AD203B41FA5}">
                      <a16:colId xmlns:a16="http://schemas.microsoft.com/office/drawing/2014/main" val="149545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커밋횟수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42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21 Sep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865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5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884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19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565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26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624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7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9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98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16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272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23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94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30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8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7 Dec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9599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45E2E2-7E02-29DC-280D-CD216A7EE4B8}"/>
              </a:ext>
            </a:extLst>
          </p:cNvPr>
          <p:cNvSpPr txBox="1"/>
          <p:nvPr/>
        </p:nvSpPr>
        <p:spPr>
          <a:xfrm>
            <a:off x="390525" y="495300"/>
            <a:ext cx="31117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/>
              <a:t>깃 </a:t>
            </a:r>
            <a:r>
              <a:rPr lang="ko-KR" altLang="en-US" sz="4000" dirty="0" err="1"/>
              <a:t>커밋</a:t>
            </a:r>
            <a:r>
              <a:rPr lang="ko-KR" altLang="en-US" sz="4000" dirty="0"/>
              <a:t> 통계</a:t>
            </a:r>
          </a:p>
        </p:txBody>
      </p:sp>
      <p:pic>
        <p:nvPicPr>
          <p:cNvPr id="8" name="그림 7" descr="스크린샷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7BDFF2-727E-F2D6-F228-6882C2775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374" y="2545382"/>
            <a:ext cx="7298626" cy="431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53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160</Words>
  <Application>Microsoft Office PowerPoint</Application>
  <PresentationFormat>와이드스크린</PresentationFormat>
  <Paragraphs>54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2D게임프로그래밍 최종발표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하헌일(2024182034)</dc:creator>
  <cp:lastModifiedBy>하헌일(2024182034)</cp:lastModifiedBy>
  <cp:revision>1</cp:revision>
  <dcterms:created xsi:type="dcterms:W3CDTF">2025-12-10T08:51:27Z</dcterms:created>
  <dcterms:modified xsi:type="dcterms:W3CDTF">2025-12-10T13:29:40Z</dcterms:modified>
</cp:coreProperties>
</file>