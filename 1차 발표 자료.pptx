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327" y="-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92A2E-4561-9D0E-A364-A6E2864BF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304576-C3C4-A791-23E9-D41EDB19A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55FCC-2E57-DAC8-2FBD-00A151B1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24A77F-29EE-C288-ECAA-99281072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975AC-B753-043E-5D18-7818BCA3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15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B706C-8618-7F11-A685-A6C60695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AFE3D-B5BD-5CF3-E052-B9A7F1861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00F7B-851F-520F-09C2-4B84F195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33B4E-5706-8402-0EAC-DC5638AF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96847-0882-105B-6490-D4B40957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72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DE809-5B47-CD4F-5CFB-6555543D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77A538-74D8-2290-A152-FC9F8B260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B05C1-AE3B-D019-71AD-67274C43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ED2DC-8F77-A147-730E-6F4AEA294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9CB67D-E392-7A17-98C5-6958DDB2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36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C3F42-DE4F-11BD-0FEF-23C8FEAF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B0475-2C5C-6719-C0F1-8F7DA86A8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C2421-241E-D811-0125-BCF484C61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F7E73B-966A-4BD9-80D4-58E210C7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AC8094-7C96-6D1F-1303-6B489121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AB4677-501E-396B-E8E6-B9ED1DD5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85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FC8F8-B453-F13F-8EA7-898AA178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C0363C-6FBA-A36E-9044-49149C3B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022170-0FA0-3F92-F897-458FEA8C0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6FE280-31C7-2DD9-F2D4-84F983946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348EA7-4A76-FE6C-D410-32B15BB72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F41D19-B72A-3FD9-E495-C513BAB2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E063B5-FA8B-4B83-01F4-FA1242E4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84EAB6-6722-C1A8-07A4-8F4FC9D7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19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C501B-DF85-A306-3993-3C75ACDE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8BAD47-A877-D48A-B0CF-22886DE0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2FFE0B-4F7A-6BC7-B271-77EF0A4D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9BE72-AD55-63A9-3D4D-F8C1C244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39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7B76D0-7789-EAFE-C3D1-255BC70CF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48BA0-544E-1A13-3DFF-A573EB20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D2B14-75CA-EF91-AC14-F0EF0121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30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641CD-6AB0-1385-7551-D9D61449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48C8A-1E06-61A9-1AD4-F0C40296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BC211E-AAC3-0A27-1903-43225B5AB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2108C9-7E21-D127-D0A0-A9CE0BBC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E882D-09AC-FFFA-AE58-3887B5FE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6EFFCA-ED88-E222-B6C3-63D3160F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5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B2E32-4377-7140-D7E5-918D7A4A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51570A-F190-6499-25B3-4CD467FA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49E109-9809-7FEA-CEB6-56A0DCC39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906A6B-07B0-B397-35DA-8C0B7C42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C6D211-5897-602E-AC5A-1A3140C9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C33F5-DC1C-9D7D-5DCD-FF5BCE91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22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A4362-5A7F-2A9F-A5E1-22A6851E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4A63DD-A697-1A2F-085E-5B3BD9650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03566-CACD-D964-137D-DDD3BCCB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AAF88-53CE-C50F-EB5C-5C39571B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42601-E9A2-9BA2-1D4F-2C31F5A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39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758F29-C1C9-B519-B61C-AD6AA75E6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8C989C-EB44-0CFD-EFDF-65E3EA67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0D4EC-57E4-56A1-A837-655409FC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E25E4-D679-09D1-D19E-0CCE8792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A34E1-FDC6-F34F-9C12-CD335E0A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91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51901C-5B53-569E-922B-8462702A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08C780-9019-D341-5CFF-BDC0B32D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7E29F-0F81-62AA-F386-6FA1359B7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548CD-BEF2-4477-A14F-E7A1C54A0062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5E442B-FF7C-94C0-1CAA-E6E8576F8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C71FAD-C49B-87D7-9BC7-184888E11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62D2A-A318-4E9A-8B10-94C11E482B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23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64B0B-99C3-C375-7537-824DD0A8B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리틀 나이트</a:t>
            </a:r>
            <a:br>
              <a:rPr lang="en-US" altLang="ko-KR" dirty="0"/>
            </a:br>
            <a:r>
              <a:rPr lang="en-US" altLang="ko-KR" dirty="0"/>
              <a:t>Little Knight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078E66-E0A4-021B-DBEF-EBB0F90D3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게임프로그래밍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PPT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19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F07D5-FA67-0A54-E565-56A758A1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F1F3A-C03B-EB87-7C31-5C41D92EB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장르</a:t>
            </a:r>
          </a:p>
          <a:p>
            <a:pPr marL="0" indent="0">
              <a:buNone/>
            </a:pPr>
            <a:r>
              <a:rPr lang="ko-KR" altLang="en-US" dirty="0" err="1"/>
              <a:t>탑다운</a:t>
            </a:r>
            <a:r>
              <a:rPr lang="ko-KR" altLang="en-US" dirty="0"/>
              <a:t> 뷰 액션 </a:t>
            </a:r>
            <a:r>
              <a:rPr lang="en-US" altLang="ko-KR" dirty="0"/>
              <a:t>RPG</a:t>
            </a:r>
          </a:p>
          <a:p>
            <a:r>
              <a:rPr lang="ko-KR" altLang="en-US" b="1" dirty="0"/>
              <a:t>핵심 컨셉</a:t>
            </a:r>
          </a:p>
          <a:p>
            <a:pPr marL="0" indent="0">
              <a:buNone/>
            </a:pPr>
            <a:r>
              <a:rPr lang="en-US" altLang="ko-KR" dirty="0"/>
              <a:t> 10</a:t>
            </a:r>
            <a:r>
              <a:rPr lang="ko-KR" altLang="en-US" dirty="0"/>
              <a:t>개의 던전 스테이지 클리어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일반 몬스터 처치 →  골드 획득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보스 처치 → 스킬 획득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점진적 캐릭터 성장</a:t>
            </a:r>
          </a:p>
          <a:p>
            <a:r>
              <a:rPr lang="ko-KR" altLang="en-US" b="1" dirty="0"/>
              <a:t>목표</a:t>
            </a:r>
          </a:p>
          <a:p>
            <a:pPr marL="0" indent="0">
              <a:buNone/>
            </a:pPr>
            <a:r>
              <a:rPr lang="ko-KR" altLang="en-US" dirty="0"/>
              <a:t>모든 스테이지를 클리어하고 최종 보스 격파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78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5F948-F776-3389-39D5-455EEFE8F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흐름 </a:t>
            </a:r>
            <a:r>
              <a:rPr lang="en-US" altLang="ko-KR" dirty="0"/>
              <a:t>(</a:t>
            </a:r>
            <a:r>
              <a:rPr lang="ko-KR" altLang="en-US" dirty="0"/>
              <a:t>스테이지 진행 방식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애니메이션, 페인팅, 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0128E4-2D77-1D3C-3D61-357391434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045" y="1690688"/>
            <a:ext cx="2386155" cy="17196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DC061E-8302-9774-291E-3230B7FD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059" y="2216901"/>
            <a:ext cx="360000" cy="3857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D80607-AA38-E4F3-0726-7BC68AD42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629" y="2216901"/>
            <a:ext cx="360000" cy="3857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4C075B0-F76F-7F10-EE6C-5FA5E161E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199" y="2216901"/>
            <a:ext cx="360000" cy="3857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00B649-0D48-891A-C3AC-9BC1908979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69" y="2216901"/>
            <a:ext cx="360000" cy="3857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831DCDB-E1AC-4743-C4D4-F8064570E6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339" y="2216901"/>
            <a:ext cx="360000" cy="385714"/>
          </a:xfrm>
          <a:prstGeom prst="rect">
            <a:avLst/>
          </a:prstGeom>
        </p:spPr>
      </p:pic>
      <p:pic>
        <p:nvPicPr>
          <p:cNvPr id="19" name="그림 18" descr="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E63015-237D-029E-BF71-ABB1283410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36544"/>
            <a:ext cx="3379655" cy="211228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3D890CA-299D-033B-7307-E6187C7AE9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997" y="4518094"/>
            <a:ext cx="303077" cy="28413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FF4E077-C46A-1213-CBF1-0D6C4F6ACA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267" y="4451733"/>
            <a:ext cx="388951" cy="36464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20189F1-3280-9BCE-BDEB-DDB64E18BA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361" y="5009923"/>
            <a:ext cx="463906" cy="434912"/>
          </a:xfrm>
          <a:prstGeom prst="rect">
            <a:avLst/>
          </a:prstGeom>
        </p:spPr>
      </p:pic>
      <p:pic>
        <p:nvPicPr>
          <p:cNvPr id="28" name="그림 27" descr="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5964C0-2545-CBA1-9424-F6FDA0E59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11" y="4255385"/>
            <a:ext cx="3379655" cy="21122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077F2C4-1F42-06D8-6CBA-62210C3A11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62" y="4369506"/>
            <a:ext cx="870334" cy="797806"/>
          </a:xfrm>
          <a:prstGeom prst="rect">
            <a:avLst/>
          </a:prstGeom>
        </p:spPr>
      </p:pic>
      <p:pic>
        <p:nvPicPr>
          <p:cNvPr id="36" name="그림 3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F299BD-E91A-8809-85AF-6C469A62FE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723" y="4451733"/>
            <a:ext cx="3710505" cy="1661896"/>
          </a:xfrm>
          <a:prstGeom prst="rect">
            <a:avLst/>
          </a:prstGeom>
        </p:spPr>
      </p:pic>
      <p:pic>
        <p:nvPicPr>
          <p:cNvPr id="38" name="그림 37" descr="노랑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7FF40C-9983-0D03-7CAA-F9C29864C9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117" y="5009923"/>
            <a:ext cx="2071352" cy="4888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B567922-AE6E-3B16-9544-05A09EEC628C}"/>
              </a:ext>
            </a:extLst>
          </p:cNvPr>
          <p:cNvSpPr txBox="1"/>
          <p:nvPr/>
        </p:nvSpPr>
        <p:spPr>
          <a:xfrm>
            <a:off x="2024987" y="363195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타이틀 화면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5AC85A-659C-D2F4-C283-62B2DBBB467A}"/>
              </a:ext>
            </a:extLst>
          </p:cNvPr>
          <p:cNvCxnSpPr>
            <a:cxnSpLocks/>
          </p:cNvCxnSpPr>
          <p:nvPr/>
        </p:nvCxnSpPr>
        <p:spPr>
          <a:xfrm>
            <a:off x="4660900" y="2409758"/>
            <a:ext cx="577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5C92A20-BEF7-05D6-84D9-DD6B5619AC68}"/>
              </a:ext>
            </a:extLst>
          </p:cNvPr>
          <p:cNvSpPr txBox="1"/>
          <p:nvPr/>
        </p:nvSpPr>
        <p:spPr>
          <a:xfrm>
            <a:off x="5861050" y="34798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스테이지 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F097D2-5095-593B-335D-98A8F17AB9FE}"/>
              </a:ext>
            </a:extLst>
          </p:cNvPr>
          <p:cNvSpPr txBox="1"/>
          <p:nvPr/>
        </p:nvSpPr>
        <p:spPr>
          <a:xfrm>
            <a:off x="1481570" y="644571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일반 몬스터 처치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900C0CD-CD2C-65DF-2095-9FA9F8B9E8C7}"/>
              </a:ext>
            </a:extLst>
          </p:cNvPr>
          <p:cNvCxnSpPr>
            <a:cxnSpLocks/>
          </p:cNvCxnSpPr>
          <p:nvPr/>
        </p:nvCxnSpPr>
        <p:spPr>
          <a:xfrm>
            <a:off x="152400" y="5211437"/>
            <a:ext cx="577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6EA6139-226D-0111-AA99-8B213F60F473}"/>
              </a:ext>
            </a:extLst>
          </p:cNvPr>
          <p:cNvCxnSpPr>
            <a:cxnSpLocks/>
          </p:cNvCxnSpPr>
          <p:nvPr/>
        </p:nvCxnSpPr>
        <p:spPr>
          <a:xfrm>
            <a:off x="4343400" y="5254357"/>
            <a:ext cx="577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7988CD2-438A-9E95-D333-95211DEEEF59}"/>
              </a:ext>
            </a:extLst>
          </p:cNvPr>
          <p:cNvCxnSpPr>
            <a:cxnSpLocks/>
          </p:cNvCxnSpPr>
          <p:nvPr/>
        </p:nvCxnSpPr>
        <p:spPr>
          <a:xfrm>
            <a:off x="8426450" y="5238415"/>
            <a:ext cx="577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4CE7304-F89C-02A9-B7A3-421333B5D11D}"/>
              </a:ext>
            </a:extLst>
          </p:cNvPr>
          <p:cNvSpPr txBox="1"/>
          <p:nvPr/>
        </p:nvSpPr>
        <p:spPr>
          <a:xfrm>
            <a:off x="5704757" y="649287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보스 몬스터 처치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6B75A0-97E6-F1E0-CF0D-94850E522C0C}"/>
              </a:ext>
            </a:extLst>
          </p:cNvPr>
          <p:cNvSpPr txBox="1"/>
          <p:nvPr/>
        </p:nvSpPr>
        <p:spPr>
          <a:xfrm>
            <a:off x="9652000" y="6471574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스테이지 클리어</a:t>
            </a:r>
          </a:p>
        </p:txBody>
      </p:sp>
    </p:spTree>
    <p:extLst>
      <p:ext uri="{BB962C8B-B14F-4D97-AF65-F5344CB8AC3E}">
        <p14:creationId xmlns:p14="http://schemas.microsoft.com/office/powerpoint/2010/main" val="341966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1506B-2827-FD32-E537-8DADEA17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흐름 </a:t>
            </a:r>
            <a:r>
              <a:rPr lang="en-US" altLang="ko-KR" dirty="0"/>
              <a:t>(</a:t>
            </a:r>
            <a:r>
              <a:rPr lang="ko-KR" altLang="en-US" dirty="0"/>
              <a:t>스테이지 클리어 이후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장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D1DD47-E105-6933-D225-8CD886801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18" y="2085381"/>
            <a:ext cx="1822891" cy="18228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CC7EC74-35D5-D13F-E626-4A0ED4707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206" y="2031061"/>
            <a:ext cx="2265287" cy="22652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FC99F7-F29C-28DB-A1B0-4AF8398B4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174" y="2478281"/>
            <a:ext cx="1037093" cy="10370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62D5D5-2F0E-EB69-DD81-314F2491A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513" y="2639161"/>
            <a:ext cx="360000" cy="3857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D9E7D0-FF4C-B2F0-97C9-3553D3340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083" y="2639161"/>
            <a:ext cx="360000" cy="3857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42DC70-C0AE-1826-A7E3-83DD0596C2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653" y="2639161"/>
            <a:ext cx="360000" cy="3857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D08254-05C2-3810-451D-89FB6B3714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223" y="2639161"/>
            <a:ext cx="360000" cy="38571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C3DB3A7-EFEC-4504-A9B1-0B9A962E1D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793" y="2639161"/>
            <a:ext cx="360000" cy="38571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B756E2-A5D0-86D0-C457-D9CC4130E25D}"/>
              </a:ext>
            </a:extLst>
          </p:cNvPr>
          <p:cNvSpPr txBox="1"/>
          <p:nvPr/>
        </p:nvSpPr>
        <p:spPr>
          <a:xfrm>
            <a:off x="952500" y="4083050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상점에서 아이템 구매</a:t>
            </a:r>
          </a:p>
        </p:txBody>
      </p:sp>
    </p:spTree>
    <p:extLst>
      <p:ext uri="{BB962C8B-B14F-4D97-AF65-F5344CB8AC3E}">
        <p14:creationId xmlns:p14="http://schemas.microsoft.com/office/powerpoint/2010/main" val="25788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B1511-C4AF-D888-3878-342AE22F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76DF02-F3CC-D0ED-DE1E-5B40D9853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1460500"/>
            <a:ext cx="419735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ko-KR" sz="7200" b="1" dirty="0"/>
              <a:t>1</a:t>
            </a:r>
            <a:r>
              <a:rPr lang="ko-KR" altLang="en-US" sz="7200" b="1" dirty="0"/>
              <a:t>주차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게임 구조 설계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기본 프레임워크 구축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리소스 준비</a:t>
            </a:r>
          </a:p>
          <a:p>
            <a:pPr marL="0" indent="0">
              <a:buNone/>
            </a:pPr>
            <a:r>
              <a:rPr lang="en-US" altLang="ko-KR" sz="7200" b="1" dirty="0"/>
              <a:t>2</a:t>
            </a:r>
            <a:r>
              <a:rPr lang="ko-KR" altLang="en-US" sz="7200" b="1" dirty="0"/>
              <a:t>주차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캐릭터 이동 구현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 err="1"/>
              <a:t>타일맵</a:t>
            </a:r>
            <a:r>
              <a:rPr lang="ko-KR" altLang="en-US" sz="7200" dirty="0"/>
              <a:t> 시스템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카메라 스크롤링</a:t>
            </a:r>
          </a:p>
          <a:p>
            <a:pPr marL="0" indent="0">
              <a:buNone/>
            </a:pPr>
            <a:r>
              <a:rPr lang="en-US" altLang="ko-KR" sz="7200" b="1" dirty="0"/>
              <a:t>3</a:t>
            </a:r>
            <a:r>
              <a:rPr lang="ko-KR" altLang="en-US" sz="7200" b="1" dirty="0"/>
              <a:t>주차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전투 시스템 기초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충돌 검사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기본 </a:t>
            </a:r>
            <a:r>
              <a:rPr lang="en-US" altLang="ko-KR" sz="7200" dirty="0"/>
              <a:t>UI</a:t>
            </a:r>
          </a:p>
          <a:p>
            <a:pPr marL="0" indent="0">
              <a:buNone/>
            </a:pPr>
            <a:r>
              <a:rPr lang="en-US" altLang="ko-KR" sz="7200" b="1" dirty="0"/>
              <a:t>4</a:t>
            </a:r>
            <a:r>
              <a:rPr lang="ko-KR" altLang="en-US" sz="7200" b="1" dirty="0"/>
              <a:t>주차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몬스터 </a:t>
            </a:r>
            <a:r>
              <a:rPr lang="en-US" altLang="ko-KR" sz="7200" dirty="0"/>
              <a:t>AI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전투 시스템 고도화</a:t>
            </a:r>
          </a:p>
          <a:p>
            <a:pPr marL="0" indent="0">
              <a:buNone/>
            </a:pPr>
            <a:r>
              <a:rPr lang="en-US" altLang="ko-KR" sz="7200" dirty="0"/>
              <a:t>• </a:t>
            </a:r>
            <a:r>
              <a:rPr lang="ko-KR" altLang="en-US" sz="7200" dirty="0"/>
              <a:t>피격</a:t>
            </a:r>
            <a:r>
              <a:rPr lang="en-US" altLang="ko-KR" sz="7200" dirty="0"/>
              <a:t>/</a:t>
            </a:r>
            <a:r>
              <a:rPr lang="ko-KR" altLang="en-US" sz="7200" dirty="0"/>
              <a:t>사망 처리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98BE88-FCCA-F761-872E-F3477154B672}"/>
              </a:ext>
            </a:extLst>
          </p:cNvPr>
          <p:cNvSpPr txBox="1"/>
          <p:nvPr/>
        </p:nvSpPr>
        <p:spPr>
          <a:xfrm>
            <a:off x="6197600" y="1053306"/>
            <a:ext cx="239520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5</a:t>
            </a:r>
            <a:r>
              <a:rPr lang="ko-KR" altLang="en-US" b="1" dirty="0"/>
              <a:t>주차</a:t>
            </a:r>
          </a:p>
          <a:p>
            <a:r>
              <a:rPr lang="en-US" altLang="ko-KR" dirty="0"/>
              <a:t>•  </a:t>
            </a:r>
            <a:r>
              <a:rPr lang="ko-KR" altLang="en-US" dirty="0"/>
              <a:t>스킬 시스템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상점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소비 아이템</a:t>
            </a:r>
          </a:p>
          <a:p>
            <a:r>
              <a:rPr lang="en-US" altLang="ko-KR" b="1" dirty="0"/>
              <a:t>6</a:t>
            </a:r>
            <a:r>
              <a:rPr lang="ko-KR" altLang="en-US" b="1" dirty="0"/>
              <a:t>주차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인벤토리 구현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아이템 시스템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장비 장착</a:t>
            </a:r>
          </a:p>
          <a:p>
            <a:r>
              <a:rPr lang="en-US" altLang="ko-KR" b="1" dirty="0"/>
              <a:t>7</a:t>
            </a:r>
            <a:r>
              <a:rPr lang="ko-KR" altLang="en-US" b="1" dirty="0"/>
              <a:t>주차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보스 몬스터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스테이지 구현</a:t>
            </a:r>
          </a:p>
          <a:p>
            <a:r>
              <a:rPr lang="en-US" altLang="ko-KR" b="1" dirty="0"/>
              <a:t>8</a:t>
            </a:r>
            <a:r>
              <a:rPr lang="ko-KR" altLang="en-US" b="1" dirty="0"/>
              <a:t>주차</a:t>
            </a:r>
          </a:p>
          <a:p>
            <a:r>
              <a:rPr lang="en-US" altLang="ko-KR" dirty="0"/>
              <a:t>• 10</a:t>
            </a:r>
            <a:r>
              <a:rPr lang="ko-KR" altLang="en-US" dirty="0"/>
              <a:t>개 스테이지 완성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세이브</a:t>
            </a:r>
            <a:r>
              <a:rPr lang="en-US" altLang="ko-KR" dirty="0"/>
              <a:t>/</a:t>
            </a:r>
            <a:r>
              <a:rPr lang="ko-KR" altLang="en-US" dirty="0"/>
              <a:t>로드</a:t>
            </a:r>
          </a:p>
          <a:p>
            <a:r>
              <a:rPr lang="en-US" altLang="ko-KR" dirty="0"/>
              <a:t>• </a:t>
            </a:r>
            <a:r>
              <a:rPr lang="ko-KR" altLang="en-US" dirty="0" err="1"/>
              <a:t>밸런싱</a:t>
            </a:r>
            <a:endParaRPr lang="ko-KR" altLang="en-US" dirty="0"/>
          </a:p>
          <a:p>
            <a:r>
              <a:rPr lang="en-US" altLang="ko-KR" b="1" dirty="0"/>
              <a:t>9</a:t>
            </a:r>
            <a:r>
              <a:rPr lang="ko-KR" altLang="en-US" b="1" dirty="0"/>
              <a:t>주차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버그 수정</a:t>
            </a:r>
          </a:p>
          <a:p>
            <a:r>
              <a:rPr lang="en-US" altLang="ko-KR" dirty="0"/>
              <a:t>• </a:t>
            </a:r>
            <a:r>
              <a:rPr lang="ko-KR" altLang="en-US" dirty="0"/>
              <a:t>최종 테스트</a:t>
            </a:r>
          </a:p>
          <a:p>
            <a:r>
              <a:rPr lang="en-US" altLang="ko-KR" dirty="0"/>
              <a:t>• PPT </a:t>
            </a:r>
            <a:r>
              <a:rPr lang="ko-KR" altLang="en-US" dirty="0"/>
              <a:t>작성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3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184</Words>
  <Application>Microsoft Office PowerPoint</Application>
  <PresentationFormat>와이드스크린</PresentationFormat>
  <Paragraphs>56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리틀 나이트 Little Knight</vt:lpstr>
      <vt:lpstr>게임 개요</vt:lpstr>
      <vt:lpstr>게임 진행 흐름 (스테이지 진행 방식)</vt:lpstr>
      <vt:lpstr>게임 진행 흐름 (스테이지 클리어 이후)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하헌일(2024182034)</dc:creator>
  <cp:lastModifiedBy>하헌일(2024182034)</cp:lastModifiedBy>
  <cp:revision>1</cp:revision>
  <dcterms:created xsi:type="dcterms:W3CDTF">2025-10-05T04:46:08Z</dcterms:created>
  <dcterms:modified xsi:type="dcterms:W3CDTF">2025-10-05T05:33:26Z</dcterms:modified>
</cp:coreProperties>
</file>